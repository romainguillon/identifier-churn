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Prédiction du Churn Client - TelcoWave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35A6F"/>
                </a:solidFill>
              </a:defRPr>
            </a:pPr>
            <a:r>
              <a:t>Projet Data Science orienté scoring et priorisation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Objectif: classer les clients par risque de résiliation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Contrainte: budget d'action limité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KPI métier principal: precision@10%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0"/>
            <a:ext cx="3474720" cy="1371600"/>
          </a:xfrm>
          <a:prstGeom prst="roundRect">
            <a:avLst/>
          </a:prstGeom>
          <a:solidFill>
            <a:srgbClr val="E6F0FF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4858"/>
                </a:solidFill>
              </a:defRPr>
            </a:pPr>
            <a:r>
              <a:t>Taux de churn observé</a:t>
            </a:r>
          </a:p>
          <a:p>
            <a:pPr>
              <a:defRPr sz="2600" b="1">
                <a:solidFill>
                  <a:srgbClr val="112B3C"/>
                </a:solidFill>
              </a:defRPr>
            </a:pPr>
            <a:r>
              <a:t>~26,5%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Problème métier, données et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Dataset Telco Customer Churn (1 ligne = 1 client)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Cible: Churn (Yes/No)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Variables clés: Contract, tenure, PaymentMethod, OnlineSecurity, TechSupport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Preprocessing: imputation TotalCharges + StandardScaler + OneHotEncoder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Split stratifié train / test /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Comparaison des modèles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72800" cy="46378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Calibration et fiabilité du score</a:t>
            </a:r>
          </a:p>
        </p:txBody>
      </p:sp>
      <p:pic>
        <p:nvPicPr>
          <p:cNvPr id="3" name="Picture 2" descr="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83680" cy="24884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828800"/>
            <a:ext cx="3474720" cy="1371600"/>
          </a:xfrm>
          <a:prstGeom prst="roundRect">
            <a:avLst/>
          </a:prstGeom>
          <a:solidFill>
            <a:srgbClr val="DFF8E6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4858"/>
                </a:solidFill>
              </a:defRPr>
            </a:pPr>
            <a:r>
              <a:t>Brier score LR calibré</a:t>
            </a:r>
          </a:p>
          <a:p>
            <a:pPr>
              <a:defRPr sz="2600" b="1">
                <a:solidFill>
                  <a:srgbClr val="112B3C"/>
                </a:solidFill>
              </a:defRPr>
            </a:pPr>
            <a:r>
              <a:t>0,1358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3566160"/>
            <a:ext cx="3474720" cy="1371600"/>
          </a:xfrm>
          <a:prstGeom prst="roundRect">
            <a:avLst/>
          </a:prstGeom>
          <a:solidFill>
            <a:srgbClr val="FFECE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4858"/>
                </a:solidFill>
              </a:defRPr>
            </a:pPr>
            <a:r>
              <a:t>Brier score LR standard</a:t>
            </a:r>
          </a:p>
          <a:p>
            <a:pPr>
              <a:defRPr sz="2600" b="1">
                <a:solidFill>
                  <a:srgbClr val="112B3C"/>
                </a:solidFill>
              </a:defRPr>
            </a:pPr>
            <a:r>
              <a:t>0,1681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Drivers du churn (importance des variables)</a:t>
            </a:r>
          </a:p>
        </p:txBody>
      </p:sp>
      <p:pic>
        <p:nvPicPr>
          <p:cNvPr id="3" name="Picture 2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74889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Seuil de ciblage et compromis business</a:t>
            </a:r>
          </a:p>
        </p:txBody>
      </p:sp>
      <p:pic>
        <p:nvPicPr>
          <p:cNvPr id="3" name="Picture 2" descr="threshol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858000" cy="2592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82880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precision@10% ≈ 0,754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Top 10% clients scorés: forte densité de churners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Permet de concentrer les actions de rétention sur les cas prioritaires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B3C"/>
                </a:solidFill>
              </a:defRPr>
            </a:pPr>
            <a:r>
              <a:t>Recommandations opérationnelles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Mettre en production la Logistic Regression calibrée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Cibler en priorité les segments month-to-month et faible tenure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Piloter mensuellement: precision@10%, churn évité, ROI campagne</a:t>
            </a:r>
          </a:p>
          <a:p>
            <a:pPr>
              <a:spcAft>
                <a:spcPts val="800"/>
              </a:spcAft>
              <a:defRPr sz="2100">
                <a:solidFill>
                  <a:srgbClr val="1D3557"/>
                </a:solidFill>
              </a:defRPr>
            </a:pPr>
            <a:r>
              <a:t>Lancer un test A/B Customer Success pour mesurer l'uplift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